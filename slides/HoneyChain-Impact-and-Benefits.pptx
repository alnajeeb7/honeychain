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is enforced by code, not policy. The contract gates every stage transition, so a lab-failed batch is terminal — it cannot be packaged or exported. Any edit to a record breaks its SHA-256 digest, so verifyRecord() returns false and the audit view flags MISMATCH. Consumers need no wallet: a backend service wallet submits all transactions, so verification is a plain QR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EMINENCE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146304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7360920" y="1188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13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713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43984" y="1133856"/>
            <a:ext cx="0" cy="3310128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1161288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" y="1266444"/>
            <a:ext cx="192024" cy="1920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4400" y="1207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Counterfeiting Blocked: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cloned label fails verifyRecord() — the freshly recomputed SHA-256 digest no longer matches the one anchored on-chain.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9184" y="2286000"/>
            <a:ext cx="402336" cy="402336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2391156"/>
            <a:ext cx="192024" cy="192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4400" y="23317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 Honey Stays Rejected: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order is enforced in the contract, so a lab-failed batch can never be packaged, sold or exported.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29184" y="3410712"/>
            <a:ext cx="402336" cy="402336"/>
          </a:xfrm>
          <a:prstGeom prst="ellipse">
            <a:avLst/>
          </a:prstGeom>
          <a:solidFill>
            <a:srgbClr val="A1620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" y="3515868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" y="345643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Without Paperwork: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KVIC and FSSAI officers read the same immutable timeline the consumer sees, with a per-event MATCH / MISMATCH check.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11312" y="1764792"/>
            <a:ext cx="402336" cy="402336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468" y="1869948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91456" y="1810512"/>
            <a:ext cx="3218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In One Scan: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consumers verify a jar on any phone — no app, no wallet, no login — and follow the hive-to-jar trail themselves.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211312" y="2898648"/>
            <a:ext cx="402336" cy="402336"/>
          </a:xfrm>
          <a:prstGeom prst="ellipse">
            <a:avLst/>
          </a:prstGeom>
          <a:solidFill>
            <a:srgbClr val="16653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468" y="3003804"/>
            <a:ext cx="192024" cy="1920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791456" y="2944368"/>
            <a:ext cx="3218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Farm-Gate Price: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origin and purity let KVIC beekeepers claim their premium, while export buyers confirm provenance independently.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8503920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2026-09-03T15:55:11Z</dcterms:created>
  <dcterms:modified xsi:type="dcterms:W3CDTF">2026-09-03T15:55:11Z</dcterms:modified>
</cp:coreProperties>
</file>